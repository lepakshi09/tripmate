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42" d="100"/>
          <a:sy n="42" d="100"/>
        </p:scale>
        <p:origin x="1794" y="4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://www.statista.com/" TargetMode="External"/><Relationship Id="rId7" Type="http://schemas.openxmlformats.org/officeDocument/2006/relationships/hyperlink" Target="https://www.reportlab.com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actnative.dev/" TargetMode="External"/><Relationship Id="rId5" Type="http://schemas.openxmlformats.org/officeDocument/2006/relationships/hyperlink" Target="http://www.researchgate.net/" TargetMode="External"/><Relationship Id="rId4" Type="http://schemas.openxmlformats.org/officeDocument/2006/relationships/hyperlink" Target="https://fastapi.tiangolo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840859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349305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b="1" dirty="0" err="1">
                <a:solidFill>
                  <a:schemeClr val="tx1"/>
                </a:solidFill>
              </a:rPr>
              <a:t>TripMate</a:t>
            </a:r>
            <a:r>
              <a:rPr lang="en-IN" sz="3600" b="1" dirty="0">
                <a:solidFill>
                  <a:schemeClr val="tx1"/>
                </a:solidFill>
              </a:rPr>
              <a:t> — Intelligent Travel Companion</a:t>
            </a:r>
            <a:endParaRPr lang="en-I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75260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SIH25001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TripMate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Theme-Travel &amp; tourism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Name-OPTIMINDS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TripMate</a:t>
            </a: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– Intelligent Travel Companion.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4216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Solution: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Capture all trip details in real time : Location, Photos, Notes, and Expenses.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Automatically generate optimized itineraries with smart recommendations.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Create organized, shareable trip summaries combining memories, planes, and expenses.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Combines memory capture, trip planning, and export in one innovative, user-friendly app.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-58847" y="57097"/>
            <a:ext cx="2209120" cy="69728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Optiminds</a:t>
            </a:r>
            <a:endParaRPr lang="en-US" dirty="0"/>
          </a:p>
          <a:p>
            <a:pPr algn="ctr"/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Mobile app frontend with python backend (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FastAPI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/Flask) and SQLite/Postgres database.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Real-time capture of trip details, rule-based itinerary generations, and smart recommendations.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Export organized trip summaries as PDF/Shareable link.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5904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r>
              <a:rPr lang="en-US" dirty="0" err="1"/>
              <a:t>Optiminds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can be built using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Python,FastApl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, React Native, and SQLite/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Postgres;lightweight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and hackathon-ready.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Challenges: real-time data capture, accurate itinerary recommendations, smooth performance, data privacy.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Strategies: local caching, rule-based itinerary, optimized backend processing, encrypted user data.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5904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Optiminds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Simplifies travel planning and memory keeping for all travelers.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Saves time, promotes sharing, and enables efficient trip management.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Encourages smarter travel, reducing unnecessary travel and resources.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0476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Optiminds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1097280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Global Travel App Trends – </a:t>
            </a:r>
            <a:r>
              <a:rPr kumimoji="0" lang="en-US" sz="28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  <a:hlinkClick r:id="rId3"/>
              </a:rPr>
              <a:t>www.statista.com</a:t>
            </a:r>
            <a:endParaRPr kumimoji="0" lang="en-US" sz="28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Python 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&amp; </a:t>
            </a:r>
            <a:r>
              <a:rPr lang="en-US" sz="28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FastAPI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Development -  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4"/>
              </a:rPr>
              <a:t>https://fastapi.tiangolo.com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Itinerary Planning Techniques - 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  <a:hlinkClick r:id="rId5"/>
              </a:rPr>
              <a:t>www.researchgate.net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Mobile App Development -</a:t>
            </a:r>
            <a:r>
              <a:rPr lang="en-US" sz="2800" dirty="0">
                <a:hlinkClick r:id="rId6"/>
              </a:rPr>
              <a:t>React Native · Learn once, write anywhere</a:t>
            </a:r>
            <a:endParaRPr lang="en-US" sz="2800" dirty="0"/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PDF export in python - </a:t>
            </a:r>
            <a:r>
              <a:rPr lang="en-IN" sz="2800" dirty="0">
                <a:hlinkClick r:id="rId7"/>
              </a:rPr>
              <a:t>reportlab.com</a:t>
            </a:r>
            <a:endParaRPr lang="en-US" sz="2800" dirty="0"/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0476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Optiminds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7549</TotalTime>
  <Words>300</Words>
  <Application>Microsoft Office PowerPoint</Application>
  <PresentationFormat>Widescreen</PresentationFormat>
  <Paragraphs>53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TripMate – Intelligent Travel Companion.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hladhitha konathala</cp:lastModifiedBy>
  <cp:revision>154</cp:revision>
  <dcterms:created xsi:type="dcterms:W3CDTF">2013-12-12T18:46:50Z</dcterms:created>
  <dcterms:modified xsi:type="dcterms:W3CDTF">2025-09-14T17:21:11Z</dcterms:modified>
  <cp:category/>
</cp:coreProperties>
</file>